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Master North Star Playbook</a:t>
            </a:r>
          </a:p>
          <a:p>
            <a:pPr>
              <a:defRPr sz="1800"/>
            </a:pPr>
            <a:r>
              <a:t>Entity architecture, operating doctrine, acquisition engine, and wealth preservation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rporate_structure_redr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6858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Corporate Structure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llar_flow_redr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7837714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Dollar Flow: W‑2 and Business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admap_redr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9144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Roadmap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